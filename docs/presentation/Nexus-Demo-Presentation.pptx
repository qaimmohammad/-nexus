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023360" cy="4023360"/>
          </a:xfrm>
          <a:prstGeom prst="ellipse">
            <a:avLst/>
          </a:prstGeom>
          <a:solidFill>
            <a:srgbClr val="27347D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651760"/>
            <a:ext cx="2926080" cy="29260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60920" y="7772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978408"/>
            <a:ext cx="45720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DEVELOPMENT INTERNSHIP · FINAL DEMO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Entrepreneur Collaboration Platform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Meetings · Video Calls · Documents &amp; E-Sign · Payments · Security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React + Express + MongoDB + Socket.IO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Mock-Data Frontend to Full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started as a React UI running entirely on hard-coded data. Over three weeks it gained a complete Node.js backend, a real database, and six fully integrated modules.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19202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691640"/>
            <a:ext cx="19202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828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56032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91640"/>
            <a:ext cx="19202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828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691640"/>
            <a:ext cx="19202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828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76656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six modules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15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653028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Profiles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2631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3653028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8288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6347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653028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2004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0063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653028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720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3779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65302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9436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77495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3653028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3152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service layer.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talks to the API through axios services with a JWT interceptor — no mock data remains.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token, two transports.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JWT authenticates REST calls and the Socket.IO connection used for chat, presence, and call signaling.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development.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MONGODB_URI the server boots an in-memory MongoDB and auto-seeds demo users — clone and run.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92040" y="1280160"/>
            <a:ext cx="3794760" cy="8412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389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· Vite · TypeScript · Tailwind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0640" y="1728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deployed on Vercel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29400" y="2139696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2423160"/>
            <a:ext cx="3794760" cy="84124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532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4 REST API + Socket.IO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0640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deployed on Render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3282696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3566160"/>
            <a:ext cx="3794760" cy="841248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via Mongoose 8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2064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3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MongoDB Atlas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4572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JSON  +  WebSocket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Profiles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447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93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5819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7-day tokens; passwords hashed with 12 rounds and never serialized in responses.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96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experience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633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entrepreneurs get separate dashboards, navigation, and permissions.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92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profiles in MongoDB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36850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pitch, funding ask, industry, team size — or investment interests, stages, and ticket range.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120640" y="1481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Two-factor login flow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5120640" y="1965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512064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568696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verified against bcrypt hash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120640" y="258775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19"/>
          <p:cNvSpPr/>
          <p:nvPr/>
        </p:nvSpPr>
        <p:spPr>
          <a:xfrm>
            <a:off x="512064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568696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OTP emailed (hashed server-side, 10-min expiry)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120640" y="320954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512064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568696" y="3163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verified → JWT issued → role dashboard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12064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per account — toggled from Settings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 Scheduling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447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93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with anyone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5819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contact, title, agenda, date and time — invites land as pending meetings.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96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 · decline · cancel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633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Invitees respond, organizers cancel; every state change is stored and re-validated.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92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click to the call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36850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meetings carry a private room id — Join Call opens the video room.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846320" y="1481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409</a:t>
            </a:r>
            <a:endParaRPr lang="en-US" sz="5400" dirty="0"/>
          </a:p>
        </p:txBody>
      </p:sp>
      <p:sp>
        <p:nvSpPr>
          <p:cNvPr id="20" name="Text 15"/>
          <p:cNvSpPr/>
          <p:nvPr/>
        </p:nvSpPr>
        <p:spPr>
          <a:xfrm>
            <a:off x="484632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Double-booking? Rejected.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66360" y="2880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detection runs for both participants at scheduling time — and again when an invite is accepted, in case the calendar changed in between.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Calling — WebRTC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447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93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Peer-to-peer media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5819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mic stream directly between browsers; the server only relays signaling.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96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In-call controls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633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audio/video (peers are notified), copy an invite link, end the call.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92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Multi-peer mesh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36850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peers send offers to each newcomer — works for 1:1 and small groups.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1280160"/>
            <a:ext cx="73152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5138928" y="1444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Signaling over Socket.IO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138928" y="1874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7"/>
          <p:cNvSpPr/>
          <p:nvPr/>
        </p:nvSpPr>
        <p:spPr>
          <a:xfrm>
            <a:off x="513892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568696" y="182880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video:join-room — authenticated by JWT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138928" y="239572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5138928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568696" y="235000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video:user-joined → peers create offers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138928" y="291693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3"/>
          <p:cNvSpPr/>
          <p:nvPr/>
        </p:nvSpPr>
        <p:spPr>
          <a:xfrm>
            <a:off x="5138928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568696" y="287121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/ answer exchanged via server relay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138928" y="34381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6"/>
          <p:cNvSpPr/>
          <p:nvPr/>
        </p:nvSpPr>
        <p:spPr>
          <a:xfrm>
            <a:off x="513892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568696" y="339242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candidates trickle to each target peer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5138928" y="395935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9"/>
          <p:cNvSpPr/>
          <p:nvPr/>
        </p:nvSpPr>
        <p:spPr>
          <a:xfrm>
            <a:off x="513892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568696" y="39136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flows P2P (STUN: Google public)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Chamber &amp; E-Signature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1325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4904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500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or browse — 10 MB cap, MIME whitelist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0" y="1481328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82112" y="1325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87752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587752" y="23500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images render inline from the authenticated API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416552" y="1481328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2664" y="1325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4904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8304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718304" y="23500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 to any investor or entrepreneur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547104" y="1481328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443216" y="1325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49047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48856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E-Sign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48856" y="23500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on a canvas pad — stored as image + signer + time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246120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3246120"/>
            <a:ext cx="73152" cy="1325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1"/>
          <p:cNvSpPr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Tracked on every document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31520" y="36758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original name · MIME type · size · version · shared-with list · every signature (image, signer, timestamp)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806440" y="350215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30" name="Text 24"/>
          <p:cNvSpPr/>
          <p:nvPr/>
        </p:nvSpPr>
        <p:spPr>
          <a:xfrm>
            <a:off x="5806440" y="3502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223760" y="350215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2" name="Text 26"/>
          <p:cNvSpPr/>
          <p:nvPr/>
        </p:nvSpPr>
        <p:spPr>
          <a:xfrm>
            <a:off x="7223760" y="3502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review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806440" y="400507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4" name="Text 28"/>
          <p:cNvSpPr/>
          <p:nvPr/>
        </p:nvSpPr>
        <p:spPr>
          <a:xfrm>
            <a:off x="5806440" y="40050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223760" y="400507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6" name="Text 30"/>
          <p:cNvSpPr/>
          <p:nvPr/>
        </p:nvSpPr>
        <p:spPr>
          <a:xfrm>
            <a:off x="7223760" y="40050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 — Sandbox Wallet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566160" cy="308152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727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BALANCE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$10,000.00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account starts funded — mock USD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301752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Stripe-style txn_… references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two-sided transfers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in the dashboard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1444752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20640" y="1289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Deposit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20640" y="15819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card charge — always completes in sandbox mode.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8056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31343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157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Withdraw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24505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Balance-checked; failures are still recorded with a reason.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48056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318211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120640" y="33192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funds to any user — sender and recipient each get a record.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48056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attempt is stored: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0" y="4041648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0" y="40416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7242048" y="4041648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02C39A"/>
          </a:solidFill>
          <a:ln/>
        </p:spPr>
      </p:sp>
      <p:sp>
        <p:nvSpPr>
          <p:cNvPr id="28" name="Text 23"/>
          <p:cNvSpPr/>
          <p:nvPr/>
        </p:nvSpPr>
        <p:spPr>
          <a:xfrm>
            <a:off x="7242048" y="40416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8083296" y="4041648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E11D48"/>
          </a:solidFill>
          <a:ln/>
        </p:spPr>
      </p:sp>
      <p:sp>
        <p:nvSpPr>
          <p:cNvPr id="30" name="Text 25"/>
          <p:cNvSpPr/>
          <p:nvPr/>
        </p:nvSpPr>
        <p:spPr>
          <a:xfrm>
            <a:off x="8083296" y="40416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Security, Layer by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15184" cy="15179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4447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4533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hashing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1956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12-round hashes; password and OTP fields excluded from every API response.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4408" y="1280160"/>
            <a:ext cx="2615184" cy="15179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65576" y="14447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4533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everywhere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65576" y="1956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7-day tokens guard REST routes and the Socket.IO handshake alike.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71616" y="1280160"/>
            <a:ext cx="2615184" cy="15179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14447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4533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OTP 2FA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72784" y="1956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second factor; codes hashed server-side and expired after 10 minutes.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971800"/>
            <a:ext cx="2615184" cy="15179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" y="31363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3697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70432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&amp; sanitization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58368" y="364845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escapes XSS payloads; mongo-sanitize blocks NoSQL injection.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64408" y="2971800"/>
            <a:ext cx="2615184" cy="15179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65576" y="31363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36976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465576" y="364845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request, entrepreneurs respond, owners share — enforced in middleware.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71616" y="2971800"/>
            <a:ext cx="2615184" cy="15179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72784" y="31363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236976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84848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Hardened HTTP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272784" y="364845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headers, CORS allowlist, rate limits: 50/15 min auth, 500/15 min API.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488289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818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investor — JWT issued, role routing to the investor dashboard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97510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startups, open Sarah's profile, send a collaboration request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7977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Sarah: accept the request, then chat — messages arrive in real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5844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meeting; try double-booking the slot and watch the 409 toast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11704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Michael: accept the invite, Join Call, toggle mic and camera, end call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97510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PDF, preview it inline, share it, draw an e-signature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889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7797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transfer, and force a failed withdrawal — then enable 2FA and log in with the OTP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822192"/>
            <a:ext cx="3931920" cy="71323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382219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sarah@techwave.io (entrepreneur) · michael@vcinnovate.com (investor) · password123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3291840" cy="3291840"/>
          </a:xfrm>
          <a:prstGeom prst="ellipse">
            <a:avLst/>
          </a:prstGeom>
          <a:solidFill>
            <a:srgbClr val="27347D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840480"/>
            <a:ext cx="2377440" cy="237744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DELIVERED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Deliverables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1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356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web app — all six modules working end to end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361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14356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— frontend + backend, clean commit history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942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1488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— docs/API.md + Postman collection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494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66360" y="21488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documentation — WEEK1 / WEEK2 / WEEK3 reports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62656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862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runbook — Vercel + Render + MongoDB Atlas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62656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66360" y="2862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 presentation with the live walkthrough script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48640" y="3886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3800" dirty="0"/>
          </a:p>
        </p:txBody>
      </p:sp>
      <p:sp>
        <p:nvSpPr>
          <p:cNvPr id="19" name="Text 11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full-stack-integration  ·  Run locally: server → npm start, root → npm run dev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- Final Demo Presentation</dc:title>
  <dc:subject>PptxGenJS Presentation</dc:subject>
  <dc:creator>Nexus Internship</dc:creator>
  <cp:lastModifiedBy>Nexus Internship</cp:lastModifiedBy>
  <cp:revision>1</cp:revision>
  <dcterms:created xsi:type="dcterms:W3CDTF">2026-06-11T22:33:50Z</dcterms:created>
  <dcterms:modified xsi:type="dcterms:W3CDTF">2026-06-11T22:33:50Z</dcterms:modified>
</cp:coreProperties>
</file>